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vs. Google Cloud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Compete Deck — SA-to-SA / SA-to-Customer —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BLUF: The thesis from July and September both hold, and this month the market-positioning picture got more precise, not more favorable to either side's talking points.</a:t>
            </a:r>
            <a:r>
              <a:rPr sz="1600"/>
              <a:t> Gartner finally published the 2026 refresh of its general cloud-platform quadrant (Sept 1, 2026) — AWS stays a Leader for a 16th consecutive year, still highest on Ability to Execute. New and worth saying plainly: Google is now furthest for Completeness of Vision on *this* general quadrant too, not just the AI-infrastructure-specific one. Don't contest it — it's a real analyst finding.</a:t>
            </a:r>
          </a:p>
          <a:p>
            <a:pPr/>
            <a:r>
              <a:rPr b="1" sz="1600"/>
              <a:t>Genuinely new since September:</a:t>
            </a:r>
            <a:r>
              <a:rPr sz="1600"/>
              <a:t> Synergy Research's Q2 2026 hyperscaler numbers are out — AWS still the largest single hyperscaler at 28% share (down ~2pts YoY) growing revenue 37%; Google posted its strongest quarter on record, share up from 13% to 15% on 82% YoY growth. Separately, Gartner now forecasts worldwide AI-optimized IaaS spend crossing a structural line in 2026: inference spend ($23.3B) overtakes training spend ($19B) for the first time.</a:t>
            </a:r>
          </a:p>
          <a:p>
            <a:pPr/>
            <a:r>
              <a:rPr b="1" sz="1600"/>
              <a:t>Unchanged and worth saying plainly:</a:t>
            </a:r>
            <a:r>
              <a:rPr sz="1600"/>
              <a:t> H100/TPU list pricing, discount ceilings, and Agent Platform consumption-metering rates have now held byte-identical across four consecutive monthly captures (Jul, Aug, Sep, Oct). The Oct 21, 2026 MaaS retirement is unchanged in substance and now </a:t>
            </a:r>
            <a:r>
              <a:rPr b="1" sz="1600"/>
              <a:t>20 days out</a:t>
            </a:r>
            <a:r>
              <a:rPr sz="1600"/>
              <a:t> from today.</a:t>
            </a:r>
          </a:p>
          <a:p>
            <a:pPr/>
            <a:r>
              <a:rPr b="1" sz="1600"/>
              <a:t>Honesty flag for this deck:</a:t>
            </a:r>
            <a:r>
              <a:rPr sz="1600"/>
              <a:t> this pipeline's Tier-1 release-notes and earnings sources (`gcp_release_notes_all`, `gcp_tpu_docs`, `alphabet_earnings`) again returned `403 Forbidden` on today's capture. The outage that began in late July is now in its third month and third consecutive monthly deck. Every hard 2027 deprecation date (CSEK, SecOps, Batch cross-region) carried forward below remains </a:t>
            </a:r>
            <a:r>
              <a:rPr b="1" sz="1600"/>
              <a:t>unconfirmed</a:t>
            </a:r>
            <a:r>
              <a:rPr sz="1600"/>
              <a:t>, not re-verified — say so out loud in any QBR that leans on those dates.</a:t>
            </a:r>
          </a:p>
          <a:p>
            <a:pPr/>
            <a:r>
              <a:rPr b="1" sz="1600"/>
              <a:t>Customer Evidence:</a:t>
            </a:r>
            <a:r>
              <a:rPr sz="1600"/>
              <a:t> no new named GCP-to-AWS logo surfaced this month. The Quikr/CloudThat migration first reported in September is still the pipeline's only citable case — this month's search corroborated it with additional technical detail from a second independent source rather than replacing it. The CRM-feed gap is unchanged and still open.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Context — Analyst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Gartner Magic Quadrant for Strategic Cloud Platform Services, 2026 edition (published Sept 1, 2026 — new this month):</a:t>
            </a:r>
            <a:r>
              <a:rPr sz="1600"/>
              <a:t> AWS named a Leader for the 16th consecutive year, again positioned highest on Ability to Execute. Google Cloud also named a Leader, now its 9th consecutive year — and, new in this edition, positioned </a:t>
            </a:r>
            <a:r>
              <a:rPr b="1" sz="1600"/>
              <a:t>furthest for Completeness of Vision on this general quadrant</a:t>
            </a:r>
            <a:r>
              <a:rPr sz="1600"/>
              <a:t>, not only on the AI-infrastructure-specific one. Gartner names AI capabilities, industry solutions, digital sovereignty, operational efficiency, and hybrid/multicloud as the selection criteria driving this year's placements.</a:t>
            </a:r>
          </a:p>
          <a:p>
            <a:pPr/>
            <a:r>
              <a:rPr b="1" sz="1600"/>
              <a:t>Gartner Magic Quadrant for AI Infrastructure (inaugural, published July 2026, unchanged):</a:t>
            </a:r>
            <a:r>
              <a:rPr sz="1600"/>
              <a:t> AWS, Google Cloud, and Azure all named Leaders. Google remains positioned highest for Ability to Execute and furthest for Completeness of Vision on this narrower, AI-infra-specific quadrant. Gartner's qualitative language still characterizes AWS as the industry's "most extensive and mature cloud infrastructure" for AI workloads, with a specific caution that networking and cluster design can introduce latency constraints for the largest distributed-training jobs.</a:t>
            </a:r>
          </a:p>
          <a:p>
            <a:pPr/>
            <a:r>
              <a:rPr b="1" sz="1600"/>
              <a:t>Forrester Wave: AI Platforms, Q3 2026 (unchanged):</a:t>
            </a:r>
            <a:r>
              <a:rPr sz="1600"/>
              <a:t> Google took the highest overall placement, the maximum Strategy score, and Forrester's "Customer Favorite" designation. AWS is also a Leader, credited for scalable infrastructure plus Bedrock and AgentCore for agent orchestration.</a:t>
            </a:r>
          </a:p>
          <a:p>
            <a:pPr/>
            <a:r>
              <a:rPr b="1" sz="1600"/>
              <a:t>Read it straight, not defensively:</a:t>
            </a:r>
            <a:r>
              <a:rPr sz="1600"/>
              <a:t> Google's vision-axis strength has now shown up in two different Gartner quadrants and one Forrester Wave — this is a pattern, not a one-off. Don't contest any of it. AWS's differentiator across all three reports is the same one every month: the longest, most consistent execution track record (16 straight years on the general quadrant) and platform breadth. Reframe to total platform risk and production-readiness, not which vendor's roadmap narrative scores best on a strategy axis.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Context — Trends This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New this month — Synergy Research Group, Q2 2026 hyperscaler results:</a:t>
            </a:r>
            <a:r>
              <a:rPr sz="1600"/>
              <a:t> enterprise cloud infrastructure spend passed $143B in the quarter, up over $43B YoY (43% growth, the fastest in eight years), driven by GenAI services growing 165% YoY. Share: AWS 28% (down ~2pts from ~30% a year earlier, revenue +37% YoY), Azure 20% (flat YoY, +43% YoY revenue), Google Cloud 15% (up from 13%, its strongest quarter on record, +82% YoY revenue). The three hyperscalers now account for 67% of all cloud revenue.</a:t>
            </a:r>
          </a:p>
          <a:p>
            <a:pPr/>
            <a:r>
              <a:rPr b="1" sz="1600"/>
              <a:t>Concession:</a:t>
            </a:r>
            <a:r>
              <a:rPr sz="1600"/>
              <a:t> Google's growth rate is the fastest of the three and its share gain is real — don't contest the trendline. The honest counter is scale and durability, not rate: AWS's absolute revenue base is still the largest in the market, and a 2-point share decline against the fastest-growing competitor in the category is a very different story than share collapse.</a:t>
            </a:r>
          </a:p>
          <a:p>
            <a:pPr/>
            <a:r>
              <a:rPr b="1" sz="1600"/>
              <a:t>New this month — Gartner, AI-optimized IaaS spending forecast (Aug 10, 2026 press release):</a:t>
            </a:r>
            <a:r>
              <a:rPr sz="1600"/>
              <a:t> worldwide AI-optimized IaaS spend forecast at $42B in 2026 (+96%), reaching $66B in 2027. For the first time, global inference spend ($23.3B) is forecast to overtake training spend ($19B) within 2026 — a structural shift in what customers are actually buying capacity for.</a:t>
            </a:r>
          </a:p>
          <a:p>
            <a:pPr/>
            <a:r>
              <a:rPr b="1" sz="1600"/>
              <a:t>Strategic read:</a:t>
            </a:r>
            <a:r>
              <a:rPr sz="1600"/>
              <a:t> both vendors are already positioned for the inference-over-training crossover — AWS with its Trainium/Inferentia split and Capacity Blocks reservability, Google with Ironwood (tpu7x) explicitly marketed as its first inference-first TPU generation. Don't claim AWS invented the inference-specialized-silicon idea; the honest differentiator remains reservable access to capacity during an admitted shortage, not who specialized silicon first.</a:t>
            </a:r>
          </a:p>
          <a:p>
            <a:pPr/>
            <a:r>
              <a:rPr b="1" sz="1600"/>
              <a:t>Pipeline blindness continues, third consecutive month:</a:t>
            </a:r>
            <a:r>
              <a:rPr sz="1600"/>
              <a:t> `gcp_release_notes_all` (T1), `gcp_tpu_docs` (T2), and the SEC EDGAR 8-K index (T1) again returned `403 Forbidden` on today's capture. `PERPLEXITY_API_KEY` remains unset. Two of three blocked sources are Tier 1. Any GA notice, deprecation, or 8-K filed since late July may still have gone undetected.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Comparison — Compute &amp;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AWS:</a:t>
            </a:r>
            <a:r>
              <a:rPr sz="1600"/>
              <a:t> EC2 fleet depth across instance families and regions; Capacity Blocks let customers *reserve* GPU/accelerator capacity ahead of need rather than compete for it.</a:t>
            </a:r>
          </a:p>
          <a:p>
            <a:pPr/>
            <a:r>
              <a:rPr b="1" sz="1600"/>
              <a:t>Google Cloud:</a:t>
            </a:r>
            <a:r>
              <a:rPr sz="1600"/>
              <a:t> Compute Engine pricing is byte-identical across four consecutive captures now (Jul 22, Aug 24/31, Sep 28, and today) — a stable baseline, not a monitoring gap. TPU fleet (v6e, tpu7x) pricing is likewise unchanged.</a:t>
            </a:r>
          </a:p>
          <a:p>
            <a:pPr/>
            <a:r>
              <a:rPr b="1" sz="1600"/>
              <a:t>Batch/HPC restriction (carried forward, unverified for a third straight month):</a:t>
            </a:r>
            <a:r>
              <a:rPr sz="1600"/>
              <a:t> GCP Batch jobs can no longer create Compute Engine resources outside the job's region (grandfathered accounts until Jun 2027). Last independently confirmed 2026-07-22 via release notes — that source has now been unreachable for over ten weeks.</a:t>
            </a:r>
          </a:p>
          <a:p>
            <a:pPr/>
            <a:r>
              <a:rPr b="1" sz="1600"/>
              <a:t>Wedge:</a:t>
            </a:r>
            <a:r>
              <a:rPr sz="1600"/>
              <a:t> the underlying regression (no cross-region capacity-hunting on a platform whose CFO already flagged a capacity ceiling, and whose own Q2-era demand numbers are corroborated independently by Synergy's 82% YoY Google Cloud revenue growth this quarter) still stands as reported in July. We still cannot re-verify whether the restriction itself moved — say that plainly rather than presenting it as freshly checked.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Comparison — AI/ML Serving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AWS:</a:t>
            </a:r>
            <a:r>
              <a:rPr sz="1600"/>
              <a:t> Bedrock (managed, multi-model) + Trainium/Inferentia (owned silicon) + SageMaker — model choice is the product thesis, unchanged.</a:t>
            </a:r>
          </a:p>
          <a:p>
            <a:pPr/>
            <a:r>
              <a:rPr b="1" sz="1600"/>
              <a:t>Google Cloud:</a:t>
            </a:r>
            <a:r>
              <a:rPr sz="1600"/>
              <a:t> "Agent Platform" (formerly Vertex AI) branding is now fully settled. The Oct 21, 2026 retirement of 16 open-model MaaS endpoints (DeepSeek, Llama 3.3 70B, Qwen3 ×4, GLM, Kimi K2, MiniMax, GPT-OSS, embeddings) is unchanged in substance and now </a:t>
            </a:r>
            <a:r>
              <a:rPr b="1" sz="1600"/>
              <a:t>20 days out</a:t>
            </a:r>
            <a:r>
              <a:rPr sz="1600"/>
              <a:t> from today.</a:t>
            </a:r>
          </a:p>
          <a:p>
            <a:pPr/>
            <a:r>
              <a:rPr b="1" sz="1600"/>
              <a:t>Concession:</a:t>
            </a:r>
            <a:r>
              <a:rPr sz="1600"/>
              <a:t> Gemini Flash-class models remain genuinely strong on price-performance, and the retirement is still a real, dated, customer-checkable commitment, not FUD. Nothing about the shrinking runway changes that.</a:t>
            </a:r>
          </a:p>
          <a:p>
            <a:pPr/>
            <a:r>
              <a:rPr b="1" sz="1600"/>
              <a:t>Deal stage:</a:t>
            </a:r>
            <a:r>
              <a:rPr sz="1600"/>
              <a:t> bake-off, migration — at 20 days out, this is squarely a "what's your cutover plan, and is it tested yet" conversation, not a future-quarter risk flag.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Comparison — Security &amp; Control Surfaces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Encryption/SIEM dates (carried forward, unverified for a third straight month):</a:t>
            </a:r>
            <a:r>
              <a:rPr sz="1600"/>
              <a:t> CSEK disabled Jul 20, 2027; SecOps legacy APIs blocked on new instances Oct 26, 2026, full turndown Jul 20, 2027. Last confirmed 2026-07-22 against `gcp_release_notes_all`, which has now 403'd on three consecutive monthly runs of this pipeline.</a:t>
            </a:r>
          </a:p>
          <a:p>
            <a:pPr/>
            <a:r>
              <a:rPr b="1" sz="1600"/>
              <a:t>AWS position, unchanged:</a:t>
            </a:r>
            <a:r>
              <a:rPr sz="1600"/>
              <a:t> KMS External Key Stores (XKS) — key material never leaves the customer's HSM — carries no deprecation notice. Security Lake (OCSF, open schema) remains the pitch for the SecOps rewrite.</a:t>
            </a:r>
          </a:p>
          <a:p>
            <a:pPr/>
            <a:r>
              <a:rPr b="1" sz="1600"/>
              <a:t>Concession, unchanged:</a:t>
            </a:r>
            <a:r>
              <a:rPr sz="1600"/>
              <a:t> CMEK with Cloud EKM and Chronicle API are genuine modernizations, not downgrades. The wedge is the forced re-review window, not a unique AWS capability.</a:t>
            </a:r>
          </a:p>
          <a:p>
            <a:pPr/>
            <a:r>
              <a:rPr b="1" sz="1600"/>
              <a:t>What's actually new:</a:t>
            </a:r>
            <a:r>
              <a:rPr sz="1600"/>
              <a:t> nothing on the Google side of this slide has moved in three months of attempted re-verification. The honest move is still flagging that "unchanged" and "re-confirmed" are different claims while the T1 source stays dark — and noting that a three-month-old outage on the exact source that would confirm or retire these dates is itself a data point about how much weight to put on any single-source deprecation notice, from either vendor.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Deep-Dive — Model Choice &amp; Lock-In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Evidence:</a:t>
            </a:r>
            <a:r>
              <a:rPr sz="1600"/>
              <a:t> 16 Agent Platform MaaS endpoints retire Oct 21, 2026 — unchanged since first reported in July, now 20 days away. Gemini Flash models still ignore custom temperature/top-K/top-P (unchanged).</a:t>
            </a:r>
          </a:p>
          <a:p>
            <a:pPr/>
            <a:r>
              <a:rPr b="1" sz="1600"/>
              <a:t>AWS counter:</a:t>
            </a:r>
            <a:r>
              <a:rPr sz="1600"/>
              <a:t> Bedrock serves DeepSeek, Llama, Qwen, and Kimi as first-class managed models today; open weights also run on Trainium/Inferentia for price control.</a:t>
            </a:r>
          </a:p>
          <a:p>
            <a:pPr/>
            <a:r>
              <a:rPr b="1" sz="1600"/>
              <a:t>Talk track, sharpened for the final stretch:</a:t>
            </a:r>
            <a:r>
              <a:rPr sz="1600"/>
              <a:t> "20 days to migrate off endpoints Google itself is retiring — if the cutover work is happening anyway, do it once, onto the platform whose business model depends on model choice, not away from it."</a:t>
            </a:r>
          </a:p>
          <a:p>
            <a:pPr/>
            <a:r>
              <a:rPr b="1" sz="1600"/>
              <a:t>Deal stage:</a:t>
            </a:r>
            <a:r>
              <a:rPr sz="1600"/>
              <a:t> bake-off, migration — this is no longer a conversation about a future date, it's a conversation about a cutover plan due this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Deep-Dive — Accelerator Supply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Evidence (still unverified at the source, now corroborated independently):</a:t>
            </a:r>
            <a:r>
              <a:rPr sz="1600"/>
              <a:t> Google CFO's Q2 2026 admission ("revenue would have been higher if we were able to meet the demand") and the $514B backlog figure are unchanged since July — the SEC EDGAR source that would surface a Q3 update is still 403'ing. Independent corroboration this month: Synergy Research's Q2 2026 figures show Google Cloud revenue growing 82% YoY, the fastest of the three hyperscalers — consistent with a demand-outstripping-supply story, though Synergy's numbers are a market-share report, not a capacity-constraint disclosure, and shouldn't be cited as if it were.</a:t>
            </a:r>
          </a:p>
          <a:p>
            <a:pPr/>
            <a:r>
              <a:rPr b="1" sz="1600"/>
              <a:t>AWS counter, unchanged:</a:t>
            </a:r>
            <a:r>
              <a:rPr sz="1600"/>
              <a:t> Capacity Blocks for ML — reserve accelerator capacity ahead of time instead of competing for it during a publicly admitted shortage.</a:t>
            </a:r>
          </a:p>
          <a:p>
            <a:pPr/>
            <a:r>
              <a:rPr b="1" sz="1600"/>
              <a:t>Concession, unchanged:</a:t>
            </a:r>
            <a:r>
              <a:rPr sz="1600"/>
              <a:t> a customer already committed to GCP with backlog priority may get preferential allocation over a net-new AWS evaluation running the same capacity argument in reverse.</a:t>
            </a:r>
          </a:p>
          <a:p>
            <a:pPr/>
            <a:r>
              <a:rPr b="1" sz="1600"/>
              <a:t>Deal stage:</a:t>
            </a:r>
            <a:r>
              <a:rPr sz="1600"/>
              <a:t> competitive bake-off, especially training-adjacent workloads. Keep citing the Q2 figures as "last confirmed," not "current quarter" — the earnings-specific source remains unreachable.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Deep-Dive — Pricing Transparency &amp;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Evidence, now confirmed stable across four consecutive captures (Jul 22, Aug 24/31, Sep 28, today):</a:t>
            </a:r>
            <a:r>
              <a:rPr sz="1600"/>
              <a:t> H100 80GB at $9.79655/hr + $1.4694826/hr management fee = $11.266/hr fully loaded; TPU v6e (1-chip) $3.105/hr; tpu7x (1-chip) $13.80/hr. Four months of byte-identical pricing is a materially stronger claim than July's single-snapshot baseline.</a:t>
            </a:r>
          </a:p>
          <a:p>
            <a:pPr/>
            <a:r>
              <a:rPr b="1" sz="1600"/>
              <a:t>AWS counter, unchanged:</a:t>
            </a:r>
            <a:r>
              <a:rPr sz="1600"/>
              <a:t> ask for the fully-loaded per-hour Agent Platform number before comparing to SageMaker/Bedrock — the management fee is still a separate line item customers miss in Google quotes.</a:t>
            </a:r>
          </a:p>
          <a:p>
            <a:pPr/>
            <a:r>
              <a:rPr b="1" sz="1600"/>
              <a:t>Concession, unchanged:</a:t>
            </a:r>
            <a:r>
              <a:rPr sz="1600"/>
              <a:t> Google's TPU list-price transparency remains genuinely better than AWS's Trainium equivalent. Sellers should walk in with a current Trainium2/UltraServer $/chip-hr number.</a:t>
            </a:r>
          </a:p>
          <a:p>
            <a:pPr/>
            <a:r>
              <a:rPr b="1" sz="1600"/>
              <a:t>Deal stage:</a:t>
            </a:r>
            <a:r>
              <a:rPr sz="1600"/>
              <a:t> quote scrub, TCO conversation.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Deep-Dive — Discount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Evidence (unchanged, Compute Engine pricing byte-identical across four captures):</a:t>
            </a:r>
            <a:r>
              <a:rPr sz="1600"/>
              <a:t> Spot up to 91% off on-demand; CUDs up to 70% (memory-optimized) / 55% (other); spend-based flexible CUDs (Savings-Plans-analog).</a:t>
            </a:r>
          </a:p>
          <a:p>
            <a:pPr/>
            <a:r>
              <a:rPr b="1" sz="1600"/>
              <a:t>AWS position, unchanged:</a:t>
            </a:r>
            <a:r>
              <a:rPr sz="1600"/>
              <a:t> Spot ≤~90%, Savings Plans structurally equivalent to flexible CUDs.</a:t>
            </a:r>
          </a:p>
          <a:p>
            <a:pPr/>
            <a:r>
              <a:rPr b="1" sz="1600"/>
              <a:t>Concession, unchanged:</a:t>
            </a:r>
            <a:r>
              <a:rPr sz="1600"/>
              <a:t> discount-structure parity is real. Win on Graviton price-performance and Spot capacity depth, not discount-header comparisons.</a:t>
            </a:r>
          </a:p>
          <a:p>
            <a:pPr/>
            <a:r>
              <a:rPr b="1" sz="1600"/>
              <a:t>Deal stage:</a:t>
            </a:r>
            <a:r>
              <a:rPr sz="1600"/>
              <a:t> renewal, cost-optimization review. No delta to report for a second straight month — say so rather than restating old numbers as if freshly negotiated.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Deep-Dive — Agent Platform &amp; Consumption Metering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Evidence, unchanged since September, confirmed stable on today's capture:</a:t>
            </a:r>
            <a:r>
              <a:rPr sz="1600"/>
              <a:t> Agent Platform runs three billed resource types — Agent Compute ($0.085/vCPU-hr after a 50-hr/month free tier), Agent Memory ($0.009/GiB-hr after 100 GiB-hr free), Agent Storage (~$0.30/GiB-month after 1 GiB-month free). Memory Bank read/write operations bill through the same Agent Compute meter (1 vCPU-hr per 3M reads, per 1M writes) — now fully live since Sep 1, with no change to the rate.</a:t>
            </a:r>
          </a:p>
          <a:p>
            <a:pPr/>
            <a:r>
              <a:rPr b="1" sz="1600"/>
              <a:t>Seat ladder, unchanged:</a:t>
            </a:r>
            <a:r>
              <a:rPr sz="1600"/>
              <a:t> Gemini Enterprise's $0-seat-fee PAYG edition (20+ seats) sits alongside Business ($21/seat/mo, ≤300 seats) and Standard/Plus ($30/seat/mo, unlimited).</a:t>
            </a:r>
          </a:p>
          <a:p>
            <a:pPr/>
            <a:r>
              <a:rPr b="1" sz="1600"/>
              <a:t>AWS counter, unchanged:</a:t>
            </a:r>
            <a:r>
              <a:rPr sz="1600"/>
              <a:t> Amazon Q Business / Bedrock AgentCore remain consumption-based with no per-seat floor and no separate multi-meter stack to reconcile.</a:t>
            </a:r>
          </a:p>
          <a:p>
            <a:pPr/>
            <a:r>
              <a:rPr b="1" sz="1600"/>
              <a:t>Concession, unchanged:</a:t>
            </a:r>
            <a:r>
              <a:rPr sz="1600"/>
              <a:t> the PAYG tier is a genuine procurement simplification — match it with a scoped AgentCore pilot. Procurement simplicity and billing simplicity are still different claims: a workload touching Runtime + Memory Bank + Gateway reconciles four separate meters against four separate free-tier thresholds.</a:t>
            </a:r>
          </a:p>
          <a:p>
            <a:pPr/>
            <a:r>
              <a:rPr b="1" sz="1600"/>
              <a:t>Deal stage:</a:t>
            </a:r>
            <a:r>
              <a:rPr sz="1600"/>
              <a:t> discovery, bake-off — ask any active Agent Platform prospect to show a fully-loaded worked example across all four meters before comparing to a Bedrock/AgentCore consumption quote.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Deep-Dive — Vector Search / RAG Storage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Evidence, confirmed stable, with one additional detail surfaced this month on closer read of the same capture:</a:t>
            </a:r>
            <a:r>
              <a:rPr sz="1600"/>
              <a:t> Agent Platform Vector Search's "Storage-Optimized" tier bills Capacity Units at $2.30/hr per replica (includes up to 1 TiB active SSD storage, auto-scaling) plus Write Units at $0.45/GiB for index writes. Alongside it sits a </a:t>
            </a:r>
            <a:r>
              <a:rPr b="1" sz="1600"/>
              <a:t>"Performance-Optimized" CU at $0.065/hr (1yr: $0.0585, 3yr: $0.052), bundling 2GB RAM</a:t>
            </a:r>
            <a:r>
              <a:rPr sz="1600"/>
              <a:t> — a separate, cheaper tier for latency-sensitive smaller indexes rather than large-dataset storage. Both tiers are unchanged in rate since first captured; the Performance-Optimized tier simply wasn't called out in last month's deck.</a:t>
            </a:r>
          </a:p>
          <a:p>
            <a:pPr/>
            <a:r>
              <a:rPr b="1" sz="1600"/>
              <a:t>AWS counter:</a:t>
            </a:r>
            <a:r>
              <a:rPr sz="1600"/>
              <a:t> OpenSearch Serverless and Bedrock Knowledge Bases price on OCU-hours and ingested/stored data respectively — ask for a same-corpus-size, same-QPS comparison across whichever Agent Platform tier the customer is actually quoted, Storage- or Performance-Optimized, since the two serve different workload shapes and sticker rates aren't directly comparable to each other, let alone across vendors.</a:t>
            </a:r>
          </a:p>
          <a:p>
            <a:pPr/>
            <a:r>
              <a:rPr b="1" sz="1600"/>
              <a:t>Concession:</a:t>
            </a:r>
            <a:r>
              <a:rPr sz="1600"/>
              <a:t> having two clearly-scoped CU tiers (cost-per-TB for large corpora vs. cost-per-replica for latency-sensitive smaller ones) is a reasonable simplification over the old per-VM node pricing it replaced — don't dismiss it as a shell game.</a:t>
            </a:r>
          </a:p>
          <a:p>
            <a:pPr/>
            <a:r>
              <a:rPr b="1" sz="1600"/>
              <a:t>Deal stage:</a:t>
            </a:r>
            <a:r>
              <a:rPr sz="1600"/>
              <a:t> discovery — confirm which CU tier a customer's quote actually uses before building a comparison; this is still a watch item for RAG/agent-memory conversations, not yet seen contested in a live deal.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&amp; TCO — Apples-to-Apples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*Compute, TPU, Agent Compute, and Vector Search rows now verified stable across four captures (07-22, 08-24/31, 09-28/09-01, and today). TPU supply/availability and the earnings-derived rows remain unconfirmed due to the ongoing 10+-week source outage — refresh before every quote regardless.*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Google Cloud (captured)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AWS equivalent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H100 80GB, on-demand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$9.797/hr + $1.469/hr mgmt fee = $11.266/hr fully loaded (stable 4 captures)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Compare fully-loaded P5 rate — pull current list before quoting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TPU v6e (1-chip)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$3.105/hr (stable 4 captures)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Compare current Trainium2 $/chip-hr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tpu7x / Ironwood-class (1-chip)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$13.80/hr (list; supply unconfirmed 10+ weeks)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Compare current Trainium3 $/chip-hr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Agent Compute (Agent Runtime/Gateway/Memory Bank)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$0.085/vCPU-hr after 50 free hrs/mo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Bedrock AgentCore — consumption-based, single meter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Vector Search, Storage-Optimized 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$2.30/hr per CU (incl. 1 TiB SSD) + $0.45/GiB 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OpenSearch Serverless / Bedrock Knowledge Bases — request matched-corpus quote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Vector Search, Performance-Optimized 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$0.065/hr per CU (incl. 2 GiB RAM) + $0.45/GiB 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Same — confirm which CU tier before comparing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Spot discount ceiling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up to 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~90%, deeper capacity depth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Committed-use ceiling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up to 70% (memory-optimized)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Savings Plans — structurally equivalent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Agent platform seats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$0 (PAYG) / $21 / $30 per seat/mo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Consumption-based (Bedrock AgentCore), no seat floor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&amp; TCO — The Hidden Line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Agent Platform management fee:</a:t>
            </a:r>
            <a:r>
              <a:rPr sz="1600"/>
              <a:t> +$1.469/hr on H100 managed prediction — unchanged, still a separate SKU from the base accelerator rate, still worth asking for explicitly.</a:t>
            </a:r>
          </a:p>
          <a:p>
            <a:pPr/>
            <a:r>
              <a:rPr b="1" sz="1600"/>
              <a:t>The agent-runtime meter cluster, unchanged since September:</a:t>
            </a:r>
            <a:r>
              <a:rPr sz="1600"/>
              <a:t> a single agent workload can touch Agent Compute, Agent Memory, Agent Storage, and Memory Bank read/write operations simultaneously — four meters, four free-tier thresholds, one bill. Ask any Agent Platform TCO model whether it accounts for all four.</a:t>
            </a:r>
          </a:p>
          <a:p>
            <a:pPr/>
            <a:r>
              <a:rPr b="1" sz="1600"/>
              <a:t>Vector Search tier selection is now itself a hidden line item:</a:t>
            </a:r>
            <a:r>
              <a:rPr sz="1600"/>
              <a:t> with two differently-priced CU tiers (Storage- vs. Performance-Optimized) on the same product, a customer's quoted rate depends on which tier their workload lands in — ask which one is in the quote before comparing to an AWS number.</a:t>
            </a:r>
          </a:p>
          <a:p>
            <a:pPr/>
            <a:r>
              <a:rPr b="1" sz="1600"/>
              <a:t>Forced migrations are still TCO, not just engineering cost:</a:t>
            </a:r>
            <a:r>
              <a:rPr sz="1600"/>
              <a:t> the Oct 2026 MaaS retirement (now inside its final month), the CSEK turndown, and the SecOps API turndown are each a mandatory re-platforming project — quantify that cost in any GCP-retention TCO model, and note we still cannot independently re-verify the two 2027 dates while the release-notes source stays down.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&amp; TCO — Migration-Friction Date Table (for QBR use)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GCP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Customers 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Hard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Verification status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16 open-model MaaS endpoints retired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Agent Platform open-model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Oct 21, 2026 — </a:t>
                      </a:r>
                      <a:r>
                        <a:rPr b="1" sz="1200"/>
                        <a:t>20 days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Confirmed this run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Memory Bank / Agent Runtime metering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Agent Platform builders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Live since Sep 1,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Confirmed this run (pricing page, stable)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Agent Gateway metering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Agent-to-Anywhere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Live since Jul 13,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Confirmed this run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SecOps legacy APIs blocked on new instances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 SecOps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Oct 26,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Unconfirmed, 10+ weeks</a:t>
                      </a:r>
                      <a:r>
                        <a:rPr sz="1200"/>
                        <a:t> — release notes source 403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Batch cross-region resources (grandfathered)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Cross-region batch/HPC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Jun 30,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Unconfirmed, 10+ weeks</a:t>
                      </a:r>
                      <a:r>
                        <a:rPr sz="1200"/>
                        <a:t> — release notes source 403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CSEK disabled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Hold-your-own-key compute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Jul 20,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Unconfirmed, 10+ weeks</a:t>
                      </a:r>
                      <a:r>
                        <a:rPr sz="1200"/>
                        <a:t> — release notes source 403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SecOps legacy APIs fully turned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All SecOps custom 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Jul 20,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Unconfirmed, 10+ weeks</a:t>
                      </a:r>
                      <a:r>
                        <a:rPr sz="1200"/>
                        <a:t> — release notes source 403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Evidence — What We Can Cite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No new named GCP-to-AWS logo surfaced this month.</a:t>
            </a:r>
            <a:r>
              <a:rPr sz="1600"/>
              <a:t> The pipeline's live search re-confirmed and added detail to the same case first reported in September: </a:t>
            </a:r>
            <a:r>
              <a:rPr b="1" sz="1600"/>
              <a:t>Quikr</a:t>
            </a:r>
            <a:r>
              <a:rPr sz="1600"/>
              <a:t>, India's largest classifieds marketplace (30M+ monthly users), migrated 47,965 BigQuery tables and 82 GCS Coldline buckets (~150–200 TB) from Google Cloud to AWS with partner CloudThat. This month's search surfaced a second independently-indexed CloudThat case-study page describing the same migration with additional technical detail not in last month's deck: Amazon EMR clusters (on a VPC, using Spot EC2 instances for up to ~90% cost savings vs. on-demand) performed the BigQuery-to-S3 data movement, and all 47,965 tables were verified within 5 days; Amazon Athena serves the resulting analytics layer. Source: CloudThat's public case-study pages (cloudthat.com), titled "Quikr migrates from Google Cloud to AWS Cloud Platform" and (likely the same engagement, differently titled) "An E-Commerce Platform Achieves Seamless AWS Data Migration."</a:t>
            </a:r>
          </a:p>
          <a:p>
            <a:pPr/>
            <a:r>
              <a:rPr b="1" sz="1600"/>
              <a:t>Honest caveats, unchanged from last month:</a:t>
            </a:r>
            <a:r>
              <a:rPr sz="1600"/>
              <a:t> this pipeline's outbound fetcher still cannot render cloudthat.com directly (network egress policy) — every detail above is sourced via search-indexed snippets of the vendor's own published case study, not a page we opened and read ourselves. Confirm the live pages yourself before quoting any figure externally, and note that the two differently-titled CloudThat pages may describe the same deal under two different headlines rather than two separate wins — treat it as one corroborated case, not two.</a:t>
            </a:r>
          </a:p>
          <a:p>
            <a:pPr/>
            <a:r>
              <a:rPr b="1" sz="1600"/>
              <a:t>Also citable:</a:t>
            </a:r>
            <a:r>
              <a:rPr sz="1600"/>
              <a:t> the Gartner Magic Quadrant for Strategic Cloud Platform Services — AWS Leader for 16 consecutive years (2026 edition), highest Ability to Execute (analyst-level evidence, not a customer testimonial, but usable as third-party validation alongside the Quikr reference).</a:t>
            </a:r>
          </a:p>
          <a:p>
            <a:pPr/>
            <a:r>
              <a:rPr b="1" sz="1600"/>
              <a:t>A lead we checked and are deliberately not using:</a:t>
            </a:r>
            <a:r>
              <a:rPr sz="1600"/>
              <a:t> search this month surfaced older coverage (dating to AWS re:Invent 2017) of The Walt Disney Company naming AWS its "preferred" public cloud provider. Disney is a long-standing, genuinely multi-cloud customer of both AWS and Google Cloud — this is not a 2026 event, not a GCP-to-AWS migration, and should not be presented as a fresh win. Flagging it here so it doesn't resurface as a misremembered "recent" story in a field conversation.</a:t>
            </a:r>
          </a:p>
          <a:p>
            <a:pPr/>
            <a:r>
              <a:rPr b="1" sz="1600"/>
              <a:t>Deal stage:</a:t>
            </a:r>
            <a:r>
              <a:rPr sz="1600"/>
              <a:t> reference-selling, migration discovery — same-industry (classifieds/marketplace, high-volume BigQuery-scale analytics) accounts remain the best fit for the Quikr story.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Evidence — The CRM Gap Is Still Open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This pipeline still has no CRM/Salesforce feed and no case-study database</a:t>
            </a:r>
            <a:r>
              <a:rPr sz="1600"/>
              <a:t> — it monitors public GCP surfaces only. Finding and corroborating Quikr was a live web search against public case-study indexes, not a pipeline capability upgrade; the structural gap flagged every month since July is unchanged.</a:t>
            </a:r>
          </a:p>
          <a:p>
            <a:pPr/>
            <a:r>
              <a:rPr b="1" sz="1600"/>
              <a:t>Do not present fabricated logos, quotes, or win counts.</a:t>
            </a:r>
            <a:r>
              <a:rPr sz="1600"/>
              <a:t> Field/sales leadership: supply real, named, recent wins from CRM before this section goes in front of a customer — one search-sourced case study, however well corroborated, is not a substitute for your own pipeline data.</a:t>
            </a:r>
          </a:p>
          <a:p>
            <a:pPr/>
            <a:r>
              <a:rPr b="1" sz="1600"/>
              <a:t>AWS's public case-study library</a:t>
            </a:r>
            <a:r>
              <a:rPr sz="1600"/>
              <a:t> (aws.amazon.com/solutions/case-studies) remains the fallback resource for sourcing a same-industry reference while this gap stays open.</a:t>
            </a:r>
          </a:p>
          <a:p>
            <a:pPr/>
            <a:r>
              <a:rPr b="1" sz="1600"/>
              <a:t>Action for next month's deck, unchanged:</a:t>
            </a:r>
            <a:r>
              <a:rPr sz="1600"/>
              <a:t> field teams should submit any GCP-to-AWS win (even anonymized/logo-blind) so this section grows instead of leaning on the same single case a third month running.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Evidence — Reference-Selling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Best-fit use of the Quikr story:</a:t>
            </a:r>
            <a:r>
              <a:rPr sz="1600"/>
              <a:t> classifieds/marketplace platforms and any account with a large BigQuery analytics estate considering a replatform — the 47,965-table, ~150–200TB scale and the Dataproc/EMR → S3 → Athena pattern map directly onto a "how do we actually move the data" objection, which is usually the real blocker in these conversations, not a pricing one.</a:t>
            </a:r>
          </a:p>
          <a:p>
            <a:pPr/>
            <a:r>
              <a:rPr b="1" sz="1600"/>
              <a:t>Weaker fit, use with care:</a:t>
            </a:r>
            <a:r>
              <a:rPr sz="1600"/>
              <a:t> don't stretch the Quikr story into a generic "everyone is leaving GCP" narrative — it is one corroborated migration, not a trend line. Pair it with the Gartner SCPS 16-years-Leader fact (a durability argument) rather than implying momentum this single data point can't support.</a:t>
            </a:r>
          </a:p>
          <a:p>
            <a:pPr/>
            <a:r>
              <a:rPr b="1" sz="1600"/>
              <a:t>If a customer or their GCP rep raises Disney, or any similar "AWS already won [big name]" claim:</a:t>
            </a:r>
            <a:r>
              <a:rPr sz="1600"/>
              <a:t> verify the date and the actual arrangement before repeating it. The Disney/AWS "preferred cloud" story check this month (see prior slide) is a reminder that older, real announcements can resurface looking like fresh wins — a battlecard that gets a date wrong in front of a sophisticated customer costs more credibility than the anecdote was worth.</a:t>
            </a:r>
          </a:p>
          <a:p>
            <a:pPr/>
            <a:r>
              <a:rPr b="1" sz="1600"/>
              <a:t>Standing ask to field:</a:t>
            </a:r>
            <a:r>
              <a:rPr sz="1600"/>
              <a:t> anonymized/logo-blind wins are still welcome and still the fastest way to close this section's gap — they don't need to be customer-presentable to be useful internally for the next deck.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Objection Handling — "Gartner just gave Google vision leadership on your own general cloud quadrant, not just the AI one — why fight it?"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Objection:</a:t>
            </a:r>
            <a:r>
              <a:rPr sz="1600"/>
              <a:t> "The 2026 Gartner Magic Quadrant for Strategic Cloud Platform Services has Google positioned furthest for Completeness of Vision — not just on the AI-infrastructure quadrant, on the general one you're citing AWS's execution record from."</a:t>
            </a:r>
          </a:p>
          <a:p>
            <a:pPr/>
            <a:r>
              <a:rPr b="1" sz="1600"/>
              <a:t>Response:</a:t>
            </a:r>
            <a:r>
              <a:rPr sz="1600"/>
              <a:t> Accurate, and we're not disputing it — that's a genuine, new-this-month analyst finding. What it doesn't change is the other axis on the same quadrant: AWS is highest on Ability to Execute, for the 16th consecutive year. Vision and execution are different questions — ask what the customer's deployment actually needs more of: a compelling roadmap narrative, or a 16-year track record of shipping against one. Both are real; they're not the same thing.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Objection Handling — "Your TPU pricing isn't as transparent as Google's"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Objection:</a:t>
            </a:r>
            <a:r>
              <a:rPr sz="1600"/>
              <a:t> "Google publishes clean per-chip-hour TPU pricing; AWS's Trainium pricing is harder to compare."</a:t>
            </a:r>
          </a:p>
          <a:p>
            <a:pPr/>
            <a:r>
              <a:rPr b="1" sz="1600"/>
              <a:t>Response:</a:t>
            </a:r>
            <a:r>
              <a:rPr sz="1600"/>
              <a:t> Still fair, unchanged since July — sellers should walk in with a current Trainium2/UltraServer $/chip-hr number rather than deflecting. Also worth surfacing: Google's headline TPU rate still doesn't include the management fee on the Agent Platform GPU SKUs (+$1.469/hr on H100, now confirmed stable across four consecutive months) — ask whether the number they're citing is fully loaded.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Objection Handling — "We're already committed to GCP's agent platform"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Objection:</a:t>
            </a:r>
            <a:r>
              <a:rPr sz="1600"/>
              <a:t> "We've already scoped Gemini Enterprise — it's simple to procure, and there's a $0-seat PAYG option."</a:t>
            </a:r>
          </a:p>
          <a:p>
            <a:pPr/>
            <a:r>
              <a:rPr b="1" sz="1600"/>
              <a:t>Response:</a:t>
            </a:r>
            <a:r>
              <a:rPr sz="1600"/>
              <a:t> The PAYG tier is real and worth matching with a scoped AgentCore pilot, not arguing against on principle. But ask them to price one real agent workload across all four of Agent Platform's meters — Agent Compute, Agent Memory, Agent Storage, and Memory Bank operations, plus confirm which Vector Search CU tier (Storage- or Performance-Optimized) their RAG layer actually lands in. "Simple to procure" and "simple to forecast" are still different claims three months after Google added its third metering layer.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600"/>
              <a:t>Next steps:</a:t>
            </a:r>
            <a:r>
              <a:rPr sz="1600"/>
              <a:t> pull current Bedrock/Trainium/P5 list pricing and a live Agent Platform four-meter worked example before any Vertex/Agent Platform quote comparison — don't cite this deck's captured numbers as current without a refresh, especially anything marked unverified above.</a:t>
            </a:r>
          </a:p>
          <a:p>
            <a:pPr/>
            <a:r>
              <a:rPr b="1" sz="1600"/>
              <a:t>Pipeline ask, now a third consecutive month:</a:t>
            </a:r>
            <a:r>
              <a:rPr sz="1600"/>
              <a:t> this deck's confidence depends on `gcp_release_notes_all`, `gcp_tpu_docs`, and the SEC EDGAR feed coming back online (10+ weeks down as of this run) — escalate provisioning a `PERPLEXITY_API_KEY` or unblocking those domains so next month's deck can re-verify the 2027 dates instead of repeating them a fourth time.</a:t>
            </a:r>
          </a:p>
          <a:p>
            <a:pPr/>
            <a:r>
              <a:rPr b="1" sz="1600"/>
              <a:t>Resources:</a:t>
            </a:r>
            <a:r>
              <a:rPr sz="1600"/>
              <a:t> `sources/gcp.yaml` battlecard map, weekly Intelligence Brief (`artifacts/weekly-intelligence-brief-*.md`), this deck's markdown source (`decks/compete-deck-gcp-vs-aws-*.md`) for editing before a specific customer conversation.</a:t>
            </a:r>
          </a:p>
          <a:p>
            <a:pPr/>
            <a:r>
              <a:rPr b="1" sz="1600"/>
              <a:t>Deal support:</a:t>
            </a:r>
            <a:r>
              <a:rPr sz="1600"/>
              <a:t> for the Migration-Friction Date table, the Customer Evidence section, or the Quikr reference, loop in field leadership before presenting externally — this deck is a competitive-intel starting point, not a final customer-facing asset without a named-logo pass and independent source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